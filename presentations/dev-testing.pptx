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1580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474720"/>
            <a:ext cx="3291840" cy="3291840"/>
          </a:xfrm>
          <a:prstGeom prst="ellipse">
            <a:avLst/>
          </a:prstGeom>
          <a:solidFill>
            <a:srgbClr val="15803D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822960" cy="82296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9747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Developer Testing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 your own code so bugs die young — and releases stop being scary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 for the whole team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Bother? The Cost of a Bug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later you find it, the more it costs — “shift left”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DCFCE7"/>
          </a:solidFill>
          <a:ln w="9525">
            <a:solidFill>
              <a:srgbClr val="D7EB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fix it before anyone sees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40864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96896" y="14173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0FDF4"/>
          </a:solidFill>
          <a:ln w="9525">
            <a:solidFill>
              <a:srgbClr val="D7EB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 review / CI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61488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61488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or pipeline catches 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36592" y="14173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BEB"/>
          </a:solidFill>
          <a:ln w="9525">
            <a:solidFill>
              <a:srgbClr val="D7EB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QA / staging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01184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01184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Reproduce, report, re-test, re-deploy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0256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76288" y="14173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9525">
            <a:solidFill>
              <a:srgbClr val="D7EB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days–weeks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Incidents, hotfixes, angry users, lost trust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7532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78808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testing in one sentence: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every bug at the cheapest possible stage — ideally while the code is still on your screen.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Testing Pyramid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picture that answers “how many of which tests?”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0" y="1463040"/>
            <a:ext cx="2103120" cy="841248"/>
          </a:xfrm>
          <a:prstGeom prst="roundRect">
            <a:avLst>
              <a:gd name="adj" fmla="val 7609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46304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UI  </a:t>
            </a:r>
            <a:pPr algn="ctr" indent="0" marL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few)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423160"/>
            <a:ext cx="3931920" cy="841248"/>
          </a:xfrm>
          <a:prstGeom prst="roundRect">
            <a:avLst>
              <a:gd name="adj" fmla="val 7609"/>
            </a:avLst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42316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 </a:t>
            </a:r>
            <a:pPr algn="ctr" indent="0" marL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(some)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5760720" cy="841248"/>
          </a:xfrm>
          <a:prstGeom prst="roundRect">
            <a:avLst>
              <a:gd name="adj" fmla="val 7609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 </a:t>
            </a:r>
            <a:pPr algn="ctr" indent="0" marL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(lots)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15544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417320"/>
            <a:ext cx="1371600" cy="9144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1417320"/>
            <a:ext cx="2194560" cy="324612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D7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192024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4069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guide, not a law — adjust per project.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1: Unit Tests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fast, precise — the foundation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check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or class in isolation: logic, edge cases, error handling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win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milliseconds; a red test points at the exact broken function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write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with the code (or before it — TDD); never “later”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“good” means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behavior per test; readable name that says what broke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35040" y="137160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</p:spPr>
      </p:sp>
      <p:sp>
        <p:nvSpPr>
          <p:cNvPr id="21" name="Text 15"/>
          <p:cNvSpPr/>
          <p:nvPr/>
        </p:nvSpPr>
        <p:spPr>
          <a:xfrm>
            <a:off x="6263640" y="1572768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Arrange – Act – Assert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test('rejects expired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coupon',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 = coupon(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expired: true 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 = apply(c);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expect(r.ok)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.toBe(false);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2: Integration Tests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units meet — and where surprises live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check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working together: your code + database, API + service, component + component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catch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shapes, broken contracts, misconfigured connections — bugs unit tests can’t see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keep them honest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realistic test data and real dependencies where practical (test containers over deep mocking)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scoped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one integration at a time — not the whole system in one giant test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3: E2E — Powerful but Expensive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Few, focused, and only for what matters most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check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journeys through the real system: sign up → add to cart → pay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for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flows only — the ones where failure costs money or trust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dark side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(minutes), brittle (break on UI changes), expensive to maintain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39776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/>
        </p:spPr>
      </p:sp>
      <p:sp>
        <p:nvSpPr>
          <p:cNvPr id="17" name="Text 12"/>
          <p:cNvSpPr/>
          <p:nvPr/>
        </p:nvSpPr>
        <p:spPr>
          <a:xfrm>
            <a:off x="658368" y="406908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repeat yourself upward: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were already covered by unit tests below — don’t re-test them through the UI.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13716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36208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66420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12280" y="1572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ice-cream cone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263640" y="233172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E2E tests, few unit tests. Symptoms: nightly runs that take hours, constant flaky failures, feedback with a one-day delay — and nobody trusts the suite anymore.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Test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F.I.R.S.T. — five checks for any test you write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8074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Milliseconds. Slow tests don’t get run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0482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Isolated.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dependence on other tests or shared state; any order, same result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7157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Repeatable.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 every run — locally, in CI, at 3 a.m.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3832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Self-validating.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fail on its own; no human reading logs to decide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0507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Timely.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the code, while you still remember the edge cases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Test (and What to Skip)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behavior, not implementation — prioritize by risk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0FDF4"/>
          </a:solidFill>
          <a:ln w="12700">
            <a:solidFill>
              <a:srgbClr val="D7EB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361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1634947"/>
            <a:ext cx="213970" cy="2139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91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testing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05740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money, permissions, calculations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empty, null, zero, huge, negative, duplicates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paths: what happens when things fail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 you fix → a regression test first</a:t>
            </a:r>
            <a:endParaRPr lang="en-US" sz="1150" dirty="0"/>
          </a:p>
          <a:p>
            <a:pPr marL="101600" indent="-1016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behavior of a module (its contract)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10328" y="15361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083" y="1634947"/>
            <a:ext cx="213970" cy="2139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591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205740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internals &amp; implementation details — refactoring shouldn’t break tests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code: getters, setters, framework glue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libraries (they have their own tests)</a:t>
            </a:r>
            <a:endParaRPr lang="en-US" sz="1150" dirty="0"/>
          </a:p>
          <a:p>
            <a:pPr marL="101600" indent="-1016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100% coverage — coverage is a flashlight, not a goal; 100% covered ≠ correct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Flaky Tests: The Trust Killers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that fails randomly is worse than no 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they’re dangerous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team starts re-running “until green”, real failures get ignored too — the whole suite loses its meaning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suspects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Sleeps and timing assumptions, shared state between tests, real network calls, test-order dependence, “time now” in logic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flaky tests immediately, fix or delete within days — never let them rot in the pipeline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timers, isolated fixtures, deterministic data, no hidden globals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in the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first — every stage buys more confidence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0FDF4"/>
          </a:solidFill>
          <a:ln w="12700">
            <a:solidFill>
              <a:srgbClr val="D7EB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save / commit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Linters, static analysis, unit tests — seconds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40864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96896" y="14173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0FDF4"/>
          </a:solidFill>
          <a:ln w="12700">
            <a:solidFill>
              <a:srgbClr val="D7EB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79776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7099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61488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push / PR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61488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tests, coverage check — minutes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8056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736592" y="14173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0FDF4"/>
          </a:solidFill>
          <a:ln w="12700">
            <a:solidFill>
              <a:srgbClr val="D7EB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19472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0992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1184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deploy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901184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on critical flows, smoke tests — tens of minutes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620256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876288" y="14173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0FDF4"/>
          </a:solidFill>
          <a:ln w="12700">
            <a:solidFill>
              <a:srgbClr val="D7EBD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59168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70992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deploy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40880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 — because no suite catches everything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7200" y="4023360"/>
            <a:ext cx="827532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85800" y="4133088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metric: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until a developer learns they broke something? Aim for seconds locally, minutes in CI — a red build is fixed before context is lost.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in the AI Era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more of the code — testing matters more, not less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failure mode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passes unit tests at human rates — but fails more often at integration and user-flow level. Green units, real incidents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31136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4086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03704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the pyramid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96312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heavy on AI codegen see better results shifting toward ~60/25/15 (unit/integration/E2E) instead of the classic 70/20/10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186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81528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tests too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74136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draft tests fast — but humans must own the acceptance criteria, or tests just confirm wrong behavior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86784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9651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5935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E2E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51960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E2E tools reduce brittleness with intent-based selectors — worth evaluating for UI-heavy suites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Habits That Make It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testing is routine, not heroics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35608"/>
            <a:ext cx="365760" cy="36576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02" y="1523390"/>
            <a:ext cx="190195" cy="190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272" y="14173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test with the code — same PR, no exceptions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258568"/>
            <a:ext cx="365760" cy="36576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" y="2346350"/>
            <a:ext cx="190195" cy="1901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3272" y="22402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every bug with a failing test before fixing it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3081528"/>
            <a:ext cx="365760" cy="36576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" y="3169310"/>
            <a:ext cx="190195" cy="1901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3272" y="30632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tests as sentences: “rejects expired coupon”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3904488"/>
            <a:ext cx="365760" cy="36576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" y="3992270"/>
            <a:ext cx="190195" cy="1901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3272" y="38862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test code as clean as production code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709160" y="1435608"/>
            <a:ext cx="365760" cy="36576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942" y="1523390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39512" y="14173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fast suite locally before pushing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709160" y="2258568"/>
            <a:ext cx="365760" cy="36576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942" y="2346350"/>
            <a:ext cx="190195" cy="19019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39512" y="22402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merge on red; never comment out a failing test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4709160" y="3081528"/>
            <a:ext cx="365760" cy="36576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942" y="3169310"/>
            <a:ext cx="190195" cy="19019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39512" y="30632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flaky tests as P1 bugs of the test suite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4709160" y="3904488"/>
            <a:ext cx="365760" cy="36576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6942" y="3992270"/>
            <a:ext cx="190195" cy="19019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39512" y="38862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review, read the tests first — they tell you what the code claims to do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108960"/>
            <a:ext cx="3840480" cy="3840480"/>
          </a:xfrm>
          <a:prstGeom prst="ellipse">
            <a:avLst/>
          </a:prstGeom>
          <a:solidFill>
            <a:srgbClr val="15803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bugs at the cheapest stage: a minute at your desk beats a week in production.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" y="2039112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2131284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0208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pyramid: lots of fast unit tests, some integration, a few E2E on critical flows.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2688336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2780508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70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 that are FIRST — fast, isolated, repeatable, self-validating, timely.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94360" y="3337560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2" y="3429732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192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behavior and risk, not implementation details or coverage numbers.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94360" y="3986784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32" y="4078956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9684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suite’s trust: fix flaky tests fast, never merge on red.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594360" y="46817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6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suite you trust is what turns “deploy on Friday” from a joke into a habit.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Developer Testing</dc:title>
  <dc:subject>PptxGenJS Presentation</dc:subject>
  <dc:creator>Vasyl</dc:creator>
  <cp:lastModifiedBy>Vasyl</cp:lastModifiedBy>
  <cp:revision>1</cp:revision>
  <dcterms:created xsi:type="dcterms:W3CDTF">2026-07-02T13:41:42Z</dcterms:created>
  <dcterms:modified xsi:type="dcterms:W3CDTF">2026-07-02T13:41:42Z</dcterms:modified>
</cp:coreProperties>
</file>